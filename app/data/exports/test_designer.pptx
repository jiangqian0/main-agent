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My Journeyas a Designer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From curiosity to craft — how design thinking shaped my perspective and career.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From curiosity to craft — how design thinking shaped my perspective and career.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How It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The moment I discovered the power of visual communication.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Growing up, I was always drawn to how things looked and worked. Whether it was arranging my desk, sketching in notebooks, or noticing the details in everyday objects — I had an innate curiosity about form and function.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In high school, I stumbled upon graphic design through a friend's poster project. That single moment sparked something — I realized design wasn't just about making things pretty; it was about solving problems and telling stories.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The moment I discovered the power of visual communication.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Growing up, I was always drawn to how things looked and worked. Whether it was arranging my desk, sketching in notebooks, or noticing the details in everyday objects — I had an innate curiosity about form and function.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In high school, I stumbled upon graphic design through a friend's poster project. That single moment sparked something — I realized design wasn't just about making things pretty; it was about solving problems and telling stories.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Real-World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Where theory met practice — and everything changed.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My first design internship was at a small startup. I went in thinking I knew everything from school. I left realizing I knew almost nothing.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The pace was relentless. Feedback was direct. Deadlines were non-negotiable. But I learned more in those three months than in three years of school.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Where theory met practice — and everything changed.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My first design internship was at a small startup. I went in thinking I knew everything from school. I left realizing I knew almost nothing.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The pace was relentless. Feedback was direct. Deadlines were non-negotiable. But I learned more in those three months than in three years of school.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"Design is not justwhat it looks likeand feels like.Design is howit works."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— Steve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Three Career Chapters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Fast-paced, diverse clients, tight deadlines. Learned to adapt quickly and communicate ideas clearly under pressure.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Deep product knowledge, long-term thinking. Shifted from making things look good to making things work better.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Creative freedom, personal projects, mentoring others. Full circle — back to why I started designing in the first place.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Fast-paced, diverse clients, tight deadlines. Learned to adapt quickly and communicate ideas clearly under pressure.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Deep product knowledge, long-term thinking. Shifted from making things look good to making things work better.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Creative freedom, personal projects, mentoring others. Full circle — back to why I started designing in the first 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Remove until it breaks. Clarity over cleverness.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Design with people, not for them. Listen deeply.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Perfect is the enemy of done. Ship, learn, improve.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Every design tells a story. Make it worth hearing.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Details matter. Pixel-perfect is a mindset.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Stay hungry. Learn from everything around you.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Remove until it breaks. Clarity over cleverness.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Design with people, not for them. Listen deeply.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Perfect is the enemy of done. Ship, learn, improve.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Every design tells a story. Make it worth hearing.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Details matter. Pixel-perfect is a mindset.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Stay hungry. Learn from everything around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The JourneyContinues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Every project is a new chapter. Every challenge is a chance to grow.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Every project is a new chapter. Every challenge is a chance to grow.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Design is a lifelong journey of learning, creating, and connecting.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Design is a lifelong journey of learning, creating, and connecting.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1A1A1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